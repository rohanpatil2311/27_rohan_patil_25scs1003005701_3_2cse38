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45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840480" cy="3840480"/>
          </a:xfrm>
          <a:prstGeom prst="ellipse">
            <a:avLst/>
          </a:prstGeom>
          <a:solidFill>
            <a:srgbClr val="14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4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F2D"/>
                </a:solidFill>
                <a:latin typeface="Aptos"/>
              </a:rPr>
              <a:t>INTERNSHIP REPORT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8580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Python Developer
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Codec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DEF0"/>
                </a:solidFill>
                <a:latin typeface="Aptos"/>
              </a:rPr>
              <a:t>1-Month Internship  •  Python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874519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192A5C"/>
                </a:solidFill>
                <a:latin typeface="Georgia"/>
              </a:rPr>
              <a:t>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3657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</a:rPr>
              <a:t>Rohan Patil 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5595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0" dirty="0">
                <a:solidFill>
                  <a:srgbClr val="D7DEF0"/>
                </a:solidFill>
                <a:latin typeface="Aptos"/>
              </a:rPr>
              <a:t>IILM University Greater Noida</a:t>
            </a:r>
            <a:r>
              <a:rPr sz="1000" b="0" dirty="0">
                <a:solidFill>
                  <a:srgbClr val="D7DEF0"/>
                </a:solidFill>
                <a:latin typeface="Aptos"/>
              </a:rPr>
              <a:t>   </a:t>
            </a:r>
            <a:r>
              <a:rPr lang="en-US" sz="1000" b="0" dirty="0" err="1">
                <a:solidFill>
                  <a:srgbClr val="D7DEF0"/>
                </a:solidFill>
                <a:latin typeface="Aptos"/>
              </a:rPr>
              <a:t>B.Tech</a:t>
            </a:r>
            <a:r>
              <a:rPr sz="1000" b="0" dirty="0">
                <a:solidFill>
                  <a:srgbClr val="D7DEF0"/>
                </a:solidFill>
                <a:latin typeface="Aptos"/>
              </a:rPr>
              <a:t> </a:t>
            </a:r>
            <a:r>
              <a:rPr lang="en-US" sz="1000" b="0" dirty="0">
                <a:solidFill>
                  <a:srgbClr val="D7DEF0"/>
                </a:solidFill>
                <a:latin typeface="Aptos"/>
              </a:rPr>
              <a:t>CSE</a:t>
            </a:r>
            <a:endParaRPr sz="1000" b="0" dirty="0">
              <a:solidFill>
                <a:srgbClr val="D7DEF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dirty="0">
                <a:solidFill>
                  <a:srgbClr val="D7DEF0"/>
                </a:solidFill>
                <a:latin typeface="Aptos"/>
              </a:rPr>
              <a:t>July  -  August 2026</a:t>
            </a:r>
            <a:endParaRPr sz="1000" b="0" dirty="0">
              <a:solidFill>
                <a:srgbClr val="D7DEF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ABOUT THE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Candidate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3154680" cy="4754880"/>
          </a:xfrm>
          <a:prstGeom prst="rect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[YOUR
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7DEF0"/>
                </a:solidFill>
                <a:latin typeface="Aptos"/>
              </a:rPr>
              <a:t>[B.Tech / BCA / MCA]
Computer Science</a:t>
            </a:r>
          </a:p>
        </p:txBody>
      </p:sp>
      <p:sp>
        <p:nvSpPr>
          <p:cNvPr id="8" name="Oval 7"/>
          <p:cNvSpPr/>
          <p:nvPr/>
        </p:nvSpPr>
        <p:spPr>
          <a:xfrm>
            <a:off x="3703320" y="1554480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591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3619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080"/>
                </a:solidFill>
                <a:latin typeface="Aptos"/>
              </a:rP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1051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232834"/>
                </a:solidFill>
                <a:latin typeface="Aptos"/>
              </a:rPr>
              <a:t>25SCS1003005701</a:t>
            </a:r>
            <a:endParaRPr sz="1400" b="0" dirty="0">
              <a:solidFill>
                <a:srgbClr val="232834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703320" y="2423160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4597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048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080"/>
                </a:solidFill>
                <a:latin typeface="Aptos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79191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232834"/>
                </a:solidFill>
                <a:latin typeface="Aptos"/>
              </a:rPr>
              <a:t>IILM University Greater Noida</a:t>
            </a:r>
            <a:endParaRPr sz="1400" b="0" dirty="0">
              <a:solidFill>
                <a:srgbClr val="232834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703320" y="3291839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3328415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73551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080"/>
                </a:solidFill>
                <a:latin typeface="Aptos"/>
              </a:rPr>
              <a:t>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4787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err="1">
                <a:solidFill>
                  <a:srgbClr val="232834"/>
                </a:solidFill>
                <a:latin typeface="Aptos"/>
              </a:rPr>
              <a:t>B.Tech</a:t>
            </a:r>
            <a:r>
              <a:rPr lang="en-US" sz="1400" dirty="0">
                <a:solidFill>
                  <a:srgbClr val="232834"/>
                </a:solidFill>
                <a:latin typeface="Aptos"/>
              </a:rPr>
              <a:t> CSE</a:t>
            </a:r>
            <a:endParaRPr sz="1400" b="0" dirty="0">
              <a:solidFill>
                <a:srgbClr val="232834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703320" y="4160520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419709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4223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080"/>
                </a:solidFill>
                <a:latin typeface="Aptos"/>
              </a:rPr>
              <a:t>Internship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1655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34"/>
                </a:solidFill>
                <a:latin typeface="Aptos"/>
              </a:rPr>
              <a:t>Python Development</a:t>
            </a:r>
          </a:p>
        </p:txBody>
      </p:sp>
      <p:sp>
        <p:nvSpPr>
          <p:cNvPr id="24" name="Oval 23"/>
          <p:cNvSpPr/>
          <p:nvPr/>
        </p:nvSpPr>
        <p:spPr>
          <a:xfrm>
            <a:off x="3703320" y="5029200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506577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01091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7080"/>
                </a:solidFill>
                <a:latin typeface="Aptos"/>
              </a:rPr>
              <a:t>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28523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34"/>
                </a:solidFill>
                <a:latin typeface="Aptos"/>
              </a:rPr>
              <a:t>1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ABOUT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Codec Technologies — Python Developer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34"/>
                </a:solidFill>
                <a:latin typeface="Aptos"/>
              </a:rPr>
              <a:t>The one-month internship is structured around practical Python development, moving from fundamentals and data structures to advanced Python, web development, data handling, APIs, debugging and a final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Python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2608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Syntax, variables, data types, control flow, functions, exceptions and core data structures.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9028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92608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Advanced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292608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OOP, modules, packages, file handling, decorators, generators and Flask web development.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9360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92608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Data, APIs &amp;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20440"/>
            <a:ext cx="2926080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Pandas, data cleaning, visualization, REST APIs, requests, debugging and a final project.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Bridging Theory and Practical Python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34"/>
                </a:solidFill>
                <a:latin typeface="Aptos"/>
              </a:rPr>
              <a:t>Academic learning often introduces programming concepts separately. The internship provided a structured path to connect those concepts into practical development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26080"/>
            <a:ext cx="1463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1965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Understand Python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743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2160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26080"/>
            <a:ext cx="1463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520440"/>
            <a:ext cx="1965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Write and structure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43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1052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26080"/>
            <a:ext cx="1463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INTEGRATE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20440"/>
            <a:ext cx="1965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Work with files, web &amp;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743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9944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944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926080"/>
            <a:ext cx="14630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520440"/>
            <a:ext cx="1965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Develop a practical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Python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Build a strong foundation in Python syntax, control flow, functions and exceptions.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00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61688" y="1801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856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783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Work confidently with lists, tuples, sets, dictionaries and comprehensions.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600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1801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856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Advanced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77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Understand OOP, modules, packages, files and selected advanced concepts.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087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142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FL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69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Web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Learn Flask basics, routes, requests and templates.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886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61688" y="4087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4142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4069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Data &amp;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63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Use Pandas and integrate REST APIs with HTTP requests.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886200"/>
            <a:ext cx="2971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836408" y="4087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36408" y="4142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06908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Practical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663440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Apply the learned concepts to a simple internship project.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The Toolkit Behind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75564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Core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54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13048" y="175564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3048" y="181051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VS Code / 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31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Development and execution environment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554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39128" y="175564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9128" y="181051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73736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Flask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Web application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55448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65208" y="175564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5208" y="181051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73736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Pandas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33172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Data analysis and manipulation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9476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6968" y="399592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05079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97764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HTTP and API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379476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813048" y="399592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13048" y="405079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97764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CSV / 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5720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Structured data and file handling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79476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739128" y="399592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39128" y="405079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97764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Git / Version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5720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Use if applicable to your 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3794760"/>
            <a:ext cx="2514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65208" y="399592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65208" y="405079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97764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Project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5720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Add any tools actually 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From Input to Working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080"/>
                </a:solidFill>
                <a:latin typeface="Aptos"/>
              </a:rPr>
              <a:t>Use this as the high-level workflow for the internship project. Replace labels with your exact project flow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10058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5087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User / File / API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34015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74320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72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26080"/>
            <a:ext cx="10058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PYTHON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15087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Processing &amp; business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4015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274320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58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8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26080"/>
            <a:ext cx="10058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520440"/>
            <a:ext cx="15087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CSV / JSON / 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34015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74320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44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26080"/>
            <a:ext cx="10058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WEB /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15087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Flask routes &amp;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401568"/>
            <a:ext cx="292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A5C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274320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30968" y="294436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30968" y="299923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926080"/>
            <a:ext cx="10058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520440"/>
            <a:ext cx="15087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Result / report /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The 4-Week Learning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68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2029968"/>
            <a:ext cx="566928" cy="566928"/>
          </a:xfrm>
          <a:prstGeom prst="ellipse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1396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1031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8AF2D"/>
                </a:solidFill>
                <a:latin typeface="Apto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834"/>
                </a:solidFill>
                <a:latin typeface="Georgia"/>
              </a:rPr>
              <a:t>Python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Syntax, control flow, functions and data structures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68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75887" y="2029968"/>
            <a:ext cx="566928" cy="566928"/>
          </a:xfrm>
          <a:prstGeom prst="ellipse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1396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21031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8AF2D"/>
                </a:solidFill>
                <a:latin typeface="Apto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8036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834"/>
                </a:solidFill>
                <a:latin typeface="Georgia"/>
              </a:rPr>
              <a:t>Advanced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5760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OOP, modules, files and Flask fundamentals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468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64807" y="2029968"/>
            <a:ext cx="566928" cy="566928"/>
          </a:xfrm>
          <a:prstGeom prst="ellipse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21396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1031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8AF2D"/>
                </a:solidFill>
                <a:latin typeface="Aptos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834"/>
                </a:solidFill>
                <a:latin typeface="Georgia"/>
              </a:rPr>
              <a:t>Data &amp;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Pandas, visualization, REST APIs and debugging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1828800"/>
            <a:ext cx="2468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53728" y="2029968"/>
            <a:ext cx="566928" cy="566928"/>
          </a:xfrm>
          <a:prstGeom prst="ellipse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53728" y="21396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1031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8AF2D"/>
                </a:solidFill>
                <a:latin typeface="Aptos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288036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834"/>
                </a:solidFill>
                <a:latin typeface="Georgia"/>
              </a:rPr>
              <a:t>Final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65760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080"/>
                </a:solidFill>
                <a:latin typeface="Aptos"/>
              </a:rPr>
              <a:t>Apply concepts in a practical Python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800" b="1" dirty="0"/>
              <a:t>API Performance Monitor</a:t>
            </a: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dirty="0">
                <a:solidFill>
                  <a:srgbClr val="232834"/>
                </a:solidFill>
                <a:latin typeface="Aptos"/>
              </a:rPr>
              <a:t>Project description: </a:t>
            </a:r>
            <a:r>
              <a:rPr lang="en-IN" sz="1400" dirty="0"/>
              <a:t>A Python-based web application that monitors API performance by measuring response time, tracking HTTP status codes, recording successful and failed requests, and displaying performance metrics through a Flask dashboard.</a:t>
            </a:r>
            <a:endParaRPr sz="1300" b="0" dirty="0">
              <a:solidFill>
                <a:srgbClr val="2328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3154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253288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697480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50" dirty="0"/>
              <a:t>To develop a monitoring system that helps </a:t>
            </a:r>
            <a:r>
              <a:rPr lang="en-IN" sz="1050" dirty="0" err="1"/>
              <a:t>analyze</a:t>
            </a:r>
            <a:r>
              <a:rPr lang="en-IN" sz="1050" dirty="0"/>
              <a:t> API reliability and response performance.</a:t>
            </a:r>
            <a:endParaRPr sz="1050" b="0" dirty="0">
              <a:solidFill>
                <a:srgbClr val="69708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69080" y="2331720"/>
            <a:ext cx="3154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70248" y="253288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25877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14600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08960"/>
            <a:ext cx="269748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50" dirty="0"/>
              <a:t>Python • Flask • Requests • SQLite • HTML/CSS</a:t>
            </a:r>
            <a:endParaRPr sz="1050" b="0" dirty="0">
              <a:solidFill>
                <a:srgbClr val="69708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52360" y="2331720"/>
            <a:ext cx="3657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53528" y="2532888"/>
            <a:ext cx="438912" cy="438912"/>
          </a:xfrm>
          <a:prstGeom prst="ellipse">
            <a:avLst/>
          </a:prstGeom>
          <a:solidFill>
            <a:srgbClr val="DE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8" y="25877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92A5C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834"/>
                </a:solidFill>
                <a:latin typeface="Aptos"/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1020" y="2801990"/>
            <a:ext cx="3200400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50" dirty="0"/>
              <a:t>• API endpoint testing</a:t>
            </a:r>
            <a:br>
              <a:rPr lang="en-IN" sz="1050" dirty="0"/>
            </a:br>
            <a:r>
              <a:rPr lang="en-IN" sz="1050" dirty="0"/>
              <a:t>• Response-time measurement</a:t>
            </a:r>
            <a:br>
              <a:rPr lang="en-IN" sz="1050" dirty="0"/>
            </a:br>
            <a:r>
              <a:rPr lang="en-IN" sz="1050" dirty="0"/>
              <a:t>• HTTP status monitoring</a:t>
            </a:r>
            <a:br>
              <a:rPr lang="en-IN" sz="1050" dirty="0"/>
            </a:br>
            <a:r>
              <a:rPr lang="en-IN" sz="1050" dirty="0"/>
              <a:t>• Success/failure tracking</a:t>
            </a:r>
            <a:br>
              <a:rPr lang="en-IN" sz="1050" dirty="0"/>
            </a:br>
            <a:r>
              <a:rPr lang="en-IN" sz="1050" dirty="0"/>
              <a:t>• SQLite logging</a:t>
            </a:r>
            <a:br>
              <a:rPr lang="en-IN" sz="1050" dirty="0"/>
            </a:br>
            <a:r>
              <a:rPr lang="en-IN" sz="1050" dirty="0"/>
              <a:t>• Performance metrics dashboard</a:t>
            </a:r>
            <a:endParaRPr sz="1050" b="0" dirty="0">
              <a:solidFill>
                <a:srgbClr val="69708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0">
            <a:extLst>
              <a:ext uri="{FF2B5EF4-FFF2-40B4-BE49-F238E27FC236}">
                <a16:creationId xmlns:a16="http://schemas.microsoft.com/office/drawing/2014/main" id="{EE0FE973-80B8-3732-0088-A0063E2C9281}"/>
              </a:ext>
            </a:extLst>
          </p:cNvPr>
          <p:cNvSpPr/>
          <p:nvPr/>
        </p:nvSpPr>
        <p:spPr>
          <a:xfrm>
            <a:off x="685800" y="521109"/>
            <a:ext cx="10424160" cy="5850193"/>
          </a:xfrm>
          <a:prstGeom prst="roundRect">
            <a:avLst/>
          </a:prstGeom>
          <a:solidFill>
            <a:srgbClr val="EAEEF7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CA1B4-1479-D08E-6CA4-7542030E7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98" y="1160207"/>
            <a:ext cx="10002363" cy="482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12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EXPECTED / ACHIEVED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834"/>
                </a:solidFill>
                <a:latin typeface="Georgia"/>
              </a:rPr>
              <a:t>Skills &amp; Capabilities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Stronger understanding of Python programming fundamentals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Practical use of data structures, functions and OOP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Experience with file handling and structured data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Exposure to Flask and basic web application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916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Understanding of Pandas for data handling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Experience consuming and processing REST API data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Improved debugging and problem-solving ability</a:t>
            </a:r>
          </a:p>
          <a:p>
            <a:pPr>
              <a:spcAft>
                <a:spcPts val="800"/>
              </a:spcAft>
              <a:defRPr sz="1400">
                <a:solidFill>
                  <a:srgbClr val="232834"/>
                </a:solidFill>
                <a:latin typeface="Aptos"/>
              </a:defRPr>
            </a:pPr>
            <a:r>
              <a:t>•  Ability to apply concepts in a practical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97080"/>
                </a:solidFill>
                <a:latin typeface="Aptos"/>
              </a:rPr>
              <a:t>Python Developer Internship  •  Internship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2A5C"/>
                </a:solidFill>
                <a:latin typeface="Aptos"/>
              </a:rPr>
              <a:t>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AF2D"/>
                </a:solidFill>
                <a:latin typeface="Aptos"/>
              </a:rPr>
              <a:t>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5486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Successfully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Python Developer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EC7DE"/>
                </a:solidFill>
                <a:latin typeface="Aptos"/>
              </a:rPr>
              <a:t>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Codec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EC7DE"/>
                </a:solidFill>
                <a:latin typeface="Aptos"/>
              </a:rPr>
              <a:t>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1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EC7DE"/>
                </a:solidFill>
                <a:latin typeface="Aptos"/>
              </a:rPr>
              <a:t>Certificate /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617990"/>
            <a:ext cx="4114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CORPORATE6759d549ce59e1733940553</a:t>
            </a:r>
            <a:endParaRPr sz="1200" b="0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2360" y="182880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A5C"/>
                </a:solidFill>
                <a:latin typeface="Aptos"/>
              </a:rPr>
              <a:t>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9938" y="522289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AB5EFC-70DD-8E69-FC56-D9D4F7645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807478"/>
            <a:ext cx="6441796" cy="40194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794</Words>
  <Application>Microsoft Office PowerPoint</Application>
  <PresentationFormat>Widescreen</PresentationFormat>
  <Paragraphs>195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 LOQ</dc:creator>
  <cp:keywords/>
  <dc:description>generated using python-pptx</dc:description>
  <cp:lastModifiedBy>Rohan Patil</cp:lastModifiedBy>
  <cp:revision>2</cp:revision>
  <dcterms:created xsi:type="dcterms:W3CDTF">2013-01-27T09:14:16Z</dcterms:created>
  <dcterms:modified xsi:type="dcterms:W3CDTF">2026-09-10T15:42:09Z</dcterms:modified>
  <cp:category/>
</cp:coreProperties>
</file>